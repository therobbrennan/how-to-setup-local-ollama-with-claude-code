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Development with Claude Code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Enterprise AI to Your Team — Without the Enterprise Price Tag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Local AI • Rob Brennan • Sploosh 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Claude Code?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11887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Coding Assistant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brilliant junior developer that never sleeps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3840480" cy="118872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560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Terminal-Based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directly in your development environment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3840480" cy="118872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Anthropic-Powered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3891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the makers of Claude AI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10x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4846320" y="2560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Development Cycles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Challenge with Cloud AI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2011680"/>
          </a:xfrm>
          <a:prstGeom prst="rect">
            <a:avLst/>
          </a:prstGeom>
          <a:solidFill>
            <a:srgbClr val="F3F4F6"/>
          </a:solidFill>
          <a:ln w="12700">
            <a:solidFill>
              <a:srgbClr val="4A556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Haiku 4.5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million tokens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 / $5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Budget-friendly but limited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2011680"/>
          </a:xfrm>
          <a:prstGeom prst="rect">
            <a:avLst/>
          </a:prstGeom>
          <a:solidFill>
            <a:srgbClr val="E0E7FF"/>
          </a:solidFill>
          <a:ln w="12700">
            <a:solidFill>
              <a:srgbClr val="4A556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Sonnet 4.5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million tokens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 / $15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29000" y="2606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performance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651760" cy="2011680"/>
          </a:xfrm>
          <a:prstGeom prst="rect">
            <a:avLst/>
          </a:prstGeom>
          <a:solidFill>
            <a:srgbClr val="FEE2E2"/>
          </a:solidFill>
          <a:ln w="12700">
            <a:solidFill>
              <a:srgbClr val="4A556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Opus 4.5/4.6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million tokens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 / $25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63640" y="2606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capability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of 5 developers can easily spend $2,000-5,000+/month on API costs alone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Solution: Run AI Locally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in API costs with local models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2743200" cy="13716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3200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API Keys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7033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cloud billing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3017520"/>
            <a:ext cx="2743200" cy="13716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3200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First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37033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never leaves your machine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3017520"/>
            <a:ext cx="2743200" cy="13716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3200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Unlimited Usage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37033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rate limits or token caps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3-Step Setup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80160" y="11887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0" y="1325880"/>
            <a:ext cx="731520" cy="18288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Ollama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open-source AI runtime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11887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212080" y="1325880"/>
            <a:ext cx="731520" cy="18288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Pull a Model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2331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once, use forever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32320" y="11887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0936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Claude Code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2331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command: ollama launch claude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setup time: under 10 minutes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Capabilities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18288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Generation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Write, review, and refactor code automatically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280160"/>
            <a:ext cx="4023360" cy="18288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74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Search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74920" y="205740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real-time web data access via MCP tools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4023360" cy="182880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3794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434340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technical docs and reports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3566160"/>
            <a:ext cx="4023360" cy="18288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74920" y="3794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Analysis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434340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and process live APIs (e.g., NHL scores)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Cost Savings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 (Sonnet 4.5)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926080" y="1371600"/>
            <a:ext cx="3017520" cy="36576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126480" y="1371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$36,000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 (Opus 4.5)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2743200"/>
            <a:ext cx="5029200" cy="36576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13816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$60,000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Ollama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4114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126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estimated usage of 5 developers, moderate daily usage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 Options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743200" cy="4389120"/>
          </a:xfrm>
          <a:prstGeom prst="rect">
            <a:avLst/>
          </a:prstGeom>
          <a:solidFill>
            <a:srgbClr val="F0F4F8"/>
          </a:solidFill>
          <a:ln w="12700">
            <a:solidFill>
              <a:srgbClr val="4A556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51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Half-day workshop + setup for 1-3 developers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8163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Installation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3401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Hands-on training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914400"/>
            <a:ext cx="2743200" cy="4389120"/>
          </a:xfrm>
          <a:prstGeom prst="rect">
            <a:avLst/>
          </a:prstGeom>
          <a:solidFill>
            <a:srgbClr val="F0F4F8"/>
          </a:solidFill>
          <a:ln w="381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29000" y="1051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1417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$7,500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29000" y="18745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Full-day workshop for up to 10 developers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20440" y="28163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Everything in Starter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2044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model recommendations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0440" y="3401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Workflow integration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914400"/>
            <a:ext cx="2743200" cy="4389120"/>
          </a:xfrm>
          <a:prstGeom prst="rect">
            <a:avLst/>
          </a:prstGeom>
          <a:solidFill>
            <a:srgbClr val="F0F4F8"/>
          </a:solidFill>
          <a:ln w="12700">
            <a:solidFill>
              <a:srgbClr val="4A556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55080" y="1051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55080" y="1417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55080" y="18745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Organization-wide rollout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2514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46520" y="28163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Everything in Team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4652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Dedicated support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46520" y="3401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MCP tools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46520" y="36941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Ongoing optimization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Start Now?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solidFill>
            <a:srgbClr val="21295C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88720" y="123444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is accelerating — early movers gain competitive advantage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solidFill>
            <a:srgbClr val="21295C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269748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eliminates vendor lock-in and recurring cloud costs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4023360"/>
            <a:ext cx="7315200" cy="1097280"/>
          </a:xfrm>
          <a:prstGeom prst="rect">
            <a:avLst/>
          </a:prstGeom>
          <a:solidFill>
            <a:srgbClr val="21295C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416052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can be productive with AI coding in under a day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Get Your Team Started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64008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554480" y="16459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 Brennan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54480" y="21945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rob@sploosh.ai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26517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github.com/TheRobBrennan/how-to-setup-local-ollama-with-claude-code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4206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30-minute discovery call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1295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2026-02-08T00:09:12Z</dcterms:created>
  <dcterms:modified xsi:type="dcterms:W3CDTF">2026-02-08T00:09:12Z</dcterms:modified>
</cp:coreProperties>
</file>