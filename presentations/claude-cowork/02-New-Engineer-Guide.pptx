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44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 Code Without the Cloud Bill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32918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Guide to Running AI-Assisted Development Locally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Engineers • By Engineers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02C39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This Matters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40480" cy="594360"/>
          </a:xfrm>
          <a:prstGeom prst="rect">
            <a:avLst/>
          </a:prstGeom>
          <a:solidFill>
            <a:srgbClr val="F0F9F6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70432"/>
            <a:ext cx="347472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4.5: $3/$15 per M tokens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3840480" cy="594360"/>
          </a:xfrm>
          <a:prstGeom prst="rect">
            <a:avLst/>
          </a:prstGeom>
          <a:solidFill>
            <a:srgbClr val="F0F9F6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56232"/>
            <a:ext cx="347472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 4.5: $5/$25 per M tokens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3840480" cy="594360"/>
          </a:xfrm>
          <a:prstGeom prst="rect">
            <a:avLst/>
          </a:prstGeom>
          <a:solidFill>
            <a:srgbClr val="F0F9F6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542032"/>
            <a:ext cx="347472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 4.6: $5/$25 per M tokens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931920" cy="2286000"/>
          </a:xfrm>
          <a:prstGeom prst="rect">
            <a:avLst/>
          </a:prstGeom>
          <a:solidFill>
            <a:srgbClr val="F0F9F6"/>
          </a:solidFill>
          <a:ln w="381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37160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53E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$600-1,200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4937760" y="219456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monthly cost per developer using cloud APIs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5486400"/>
            <a:ext cx="8229600" cy="5486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5486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There's a better way.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You'll Need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344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Hardware Requirements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6459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 14+ (Sonoma or later)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8GB+ RAM (16GB+ recommended)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24688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terminal familiarity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93192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2344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Software Requirements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92040" y="16459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v0.15+ (free, open-source)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92040" y="20574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CLI (free to install)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92040" y="24688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(for npm scripts)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4206240"/>
            <a:ext cx="8229600" cy="10972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3434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Tested: MacBook Pro M1 Max, 64GB RAM, macOS Tahoe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It All Connects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828800" cy="548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Terminal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377440" y="15087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28090"/>
                </a:solidFill>
              </a:rPr>
              <a:t>→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0" y="1371600"/>
            <a:ext cx="1828800" cy="5486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0" y="1371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CLI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63440" y="15087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A896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29200" y="1371600"/>
            <a:ext cx="1828800" cy="5486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371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(localhost:11434)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949440" y="15087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2C39A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315200" y="1371600"/>
            <a:ext cx="1828800" cy="548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0" y="1371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Model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(qwen2.5-coder:7b)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runs on YOUR machine. Zero cloud calls. Zero billing.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1: Install Ollama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solidFill>
            <a:srgbClr val="05445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Check version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 --version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Download from ollama.com/download (~104MB)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Check version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 --version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Download from ollama.com/download (~104MB)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3017520"/>
            <a:ext cx="8229600" cy="1371600"/>
          </a:xfrm>
          <a:prstGeom prst="rect">
            <a:avLst/>
          </a:prstGeom>
          <a:solidFill>
            <a:srgbClr val="F0F9F6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20040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is your local AI runtime — think of it as Docker for AI models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2: Choose Your Model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4114800"/>
          </a:xfrm>
          <a:prstGeom prst="rect">
            <a:avLst/>
          </a:prstGeom>
          <a:solidFill>
            <a:srgbClr val="FFFFFF"/>
          </a:solidFill>
          <a:ln w="381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344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qwen2.5-coder:7b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6916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Size: 4.7GB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203911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RAM: 8GB+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238658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Speed: Fast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73405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Coding tasks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308152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Tools: Limited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3657600"/>
            <a:ext cx="3474720" cy="36576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657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RECOMMENDED FOR STARTERS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0" y="1097280"/>
            <a:ext cx="393192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2344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gpt-oss:20b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0" y="16916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Size: 11GB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92040" y="203911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RAM: 16GB+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92040" y="238658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Speed: Slower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92040" y="273405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General + MCP tools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308152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Tools: Full support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5669280"/>
            <a:ext cx="8229600" cy="365760"/>
          </a:xfrm>
          <a:prstGeom prst="rect">
            <a:avLst/>
          </a:prstGeom>
          <a:solidFill>
            <a:srgbClr val="02809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 pull qwen2.5-coder:7b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3: Launch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solidFill>
            <a:srgbClr val="05445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 launch claude --model qwen2.5-coder:7b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solidFill>
            <a:srgbClr val="F0F9F6"/>
          </a:solidFill>
          <a:ln w="38100">
            <a:solidFill>
              <a:srgbClr val="E53E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1031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run `ollama launch claude` without --model flag! It may default to cloud models and charge your account.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108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the launch command does: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34747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up environment variables automatically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8862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Claude Code to your local Ollama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42976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your AI coding session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Verify Local Setup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1188720"/>
          </a:xfrm>
          <a:prstGeom prst="rect">
            <a:avLst/>
          </a:prstGeom>
          <a:solidFill>
            <a:srgbClr val="05445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Model: qwen2.5-coder:7b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URL: http://localhost:11434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 usage: ↑ 0 tokens ← confirms no billing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E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Red flags to watch for: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shows "claude-sonnet-4-5" = Cloud (BILLING!)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conflict warnings = Cloud API active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0" y="25603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A1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Green flags: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37760" y="28803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shows your local model name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37760" y="32918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tokens used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Using the Repo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200400" cy="411480"/>
          </a:xfrm>
          <a:prstGeom prst="rect">
            <a:avLst/>
          </a:prstGeom>
          <a:solidFill>
            <a:srgbClr val="05445E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2344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start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840480" y="11887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with default model (qwen)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3200400" cy="411480"/>
          </a:xfrm>
          <a:prstGeom prst="rect">
            <a:avLst/>
          </a:prstGeom>
          <a:solidFill>
            <a:srgbClr val="05445E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7373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start:gpt-oss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840480" y="16916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with gpt-oss:20b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3200400" cy="411480"/>
          </a:xfrm>
          <a:prstGeom prst="rect">
            <a:avLst/>
          </a:prstGeom>
          <a:solidFill>
            <a:srgbClr val="05445E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2402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setup:web-search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40480" y="219456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free web search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697480"/>
            <a:ext cx="3200400" cy="411480"/>
          </a:xfrm>
          <a:prstGeom prst="rect">
            <a:avLst/>
          </a:prstGeom>
          <a:solidFill>
            <a:srgbClr val="05445E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7432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reset:mcp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840480" y="269748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MCP servers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3200400" cy="411480"/>
          </a:xfrm>
          <a:prstGeom prst="rect">
            <a:avLst/>
          </a:prstGeom>
          <a:solidFill>
            <a:srgbClr val="05445E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2461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test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0" y="320040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workflow tests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Add Web Search — Still Free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How: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setup:web-search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Requirements: Works best with gpt-oss:20b model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you get: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2461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DuckDuckGo search (no API key)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6576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content fetching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40690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 access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Watch Out For These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solidFill>
            <a:srgbClr val="F0F9F6"/>
          </a:solidFill>
          <a:ln w="25400">
            <a:solidFill>
              <a:srgbClr val="E53E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772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E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Don't type /model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2412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to paid cloud models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8229600" cy="640080"/>
          </a:xfrm>
          <a:prstGeom prst="rect">
            <a:avLst/>
          </a:prstGeom>
          <a:solidFill>
            <a:srgbClr val="F0F9F6"/>
          </a:solidFill>
          <a:ln w="25400">
            <a:solidFill>
              <a:srgbClr val="E53E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087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E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Always specify --model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75564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may use cloud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8229600" cy="640080"/>
          </a:xfrm>
          <a:prstGeom prst="rect">
            <a:avLst/>
          </a:prstGeom>
          <a:solidFill>
            <a:srgbClr val="F0F9F6"/>
          </a:solidFill>
          <a:ln w="25400">
            <a:solidFill>
              <a:srgbClr val="E53E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2402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E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Check token usage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48716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tokens = local, otherwise billing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8229600" cy="640080"/>
          </a:xfrm>
          <a:prstGeom prst="rect">
            <a:avLst/>
          </a:prstGeom>
          <a:solidFill>
            <a:srgbClr val="F0F9F6"/>
          </a:solidFill>
          <a:ln w="25400">
            <a:solidFill>
              <a:srgbClr val="E53E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9718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E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MCP tool limits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21868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qwen2.5-coder can't execute tools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You Save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93192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E53E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087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3E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Before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$600-1,200/month per developer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(cloud API)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1371600"/>
            <a:ext cx="393192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38A1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5087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A1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After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37760" y="187452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$0/month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(local models)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474720"/>
            <a:ext cx="8229600" cy="1188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7033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Save $7,200-14,400 per developer per year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544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Resources &amp; Next Steps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github.com/TheRobBrennan/how-to-setup-local-ollama-with-claude-code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Ollama: ollama.com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Code: docs.anthropic.com/claude/docs/claude-code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rob@sploosh.ai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02C39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2026-02-08T00:09:15Z</dcterms:created>
  <dcterms:modified xsi:type="dcterms:W3CDTF">2026-02-08T00:09:15Z</dcterms:modified>
</cp:coreProperties>
</file>