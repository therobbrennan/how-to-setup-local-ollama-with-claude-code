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 Models × Claude Code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67E2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Architectures, Trade-offs &amp; Possibilities for the Curious Engineer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Rob Brennan • Sploosh AI • github.com/TheRobBrennan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Where We Are in 2026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Anthropic API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Enterprise-grade but expensive ($5/$25 per M tokens for Opus)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Ollama + Local Models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Free but trade-offs in capability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Hybrid Approaches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Best of both worlds?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8229600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The ollama launch command (v0.15+) provides native Claude Code compatibility — no manual env var configuration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Under the Hood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234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Claude Code CLI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71600" y="1874520"/>
            <a:ext cx="64008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920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Anthropic-Compatible API Layer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Ollama Runtime (localhost:11434)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371600" y="3246120"/>
            <a:ext cx="64008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2918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GGUF Model Weights (qwen2.5-coder:7b / gpt-oss:20b)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Hardware (Apple Silicon / CUDA GPU)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solidFill>
            <a:srgbClr val="F7F7F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66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Ollama exposes an Anthropic-compatible API endpoint, allowing Claude Code to treat local models as drop-in replacements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Choosing Your Model</a:t>
            </a: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822960"/>
                <a:gridCol w="640080"/>
                <a:gridCol w="822960"/>
                <a:gridCol w="9144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qwen2.5-coder:7b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gpt-oss:20b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qwen3-coder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starcoder2:3b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6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Note: MCP tool execution requires models with robust function-calling capability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Model Context Protocol: The Extensibility Layer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Claude Code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2316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E67E2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182880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MCP Protocol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E67E2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4960" y="1097280"/>
            <a:ext cx="11887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097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fetch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75120" y="1097280"/>
            <a:ext cx="11887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97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simple-search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55280" y="1097280"/>
            <a:ext cx="11887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097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custom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fetch: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60320" y="2011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URL content retrieval (no char limit by default)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simple-search: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60320" y="2423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DuckDuckGo search via Python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Custom MCP servers: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60320" y="2834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Build your own integrations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solidFill>
            <a:srgbClr val="F7F7F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66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Only gpt-oss:20b reliably executes MCP tool calls among tested local models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E67E2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Extend the Platform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33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39C1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Database MCP Server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2F2F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 Query your local/remote DBs from Claude Code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68096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305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39C1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CI/CD MCP Server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2F2F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 Trigger builds, check pipeline status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077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39C1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Monitoring MCP Server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2F2F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 Pull metrics from Grafana/Prometheus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85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39C1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Internal API Server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2F2F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 Connect to your company's microservices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i="1" dirty="0">
                <a:solidFill>
                  <a:srgbClr val="F2F2F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MCP is an open protocol — any service with an API can become a Claude Code tool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Mixing Local + Cloud Intelligently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Local-First, Cloud-Fallback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Use local for day-to-day coding, switch to Opus for complex architecture decisions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Estimated savings: 80-90%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Task-Based Routing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118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Route simple tasks to local qwen, complex to cloud Sonnet/Opus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Requires custom middleware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Tiered Development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2940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Junior devs: local models (cost-free exploration)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Senior devs: cloud access for critical work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29400" y="3474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CI/CD: batch API (50% savings)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Real-World Performance (M1 Max, 64GB)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Token Generation Speed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qwen2.5-coder:7b: ~30-50 tok/s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gpt-oss:20b: ~15-25 tok/s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Cloud Sonnet 4.5: ~80-100 tok/s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Time to First Token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Local: 200-500ms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Cloud: 800-1500ms (network latency)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Context Window Handling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Local: Limited by RAM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97280" y="43891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Cloud: 200K+ tokens native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solidFill>
            <a:srgbClr val="F7F7F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577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 models win on latency; cloud wins on throughput and context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Tuning for Your Workflow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Context Length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`ollama launch` handles this, but manual config possible for edge cases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Environment Variables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204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ANTHROPIC_BASE_URL, ANTHROPIC_AUTH_TOKEN auto-set by ollama launch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96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Claude Settings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.claude/settings.json for project-specific config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96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IDE Integration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2040" y="2788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VS Code, Windsurf, Cursor — works standalone or integrated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Things to Try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5840" y="120700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Fine-tune a model for your codebase style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138988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Use Ollama's Modelfile to customize behavior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Build a RAG pipeline with MCP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840" y="198424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Index your docs, query through Claude Code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5840" y="23957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Multi-model workflows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5840" y="257860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Use different models for different file types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05840" y="299008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 model evaluation framework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05840" y="317296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Benchmark models against YOUR specific tasks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5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05840" y="358444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Team model server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5840" y="376732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Run Ollama on a shared GPU server, point all devs at it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Honest Trade-offs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15568"/>
            <a:ext cx="3657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Local Models Shine When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115568"/>
            <a:ext cx="3657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Cloud Models Win When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Privacy is paramount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Cost elimination is the goal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Tasks are well-scoped (code gen, refactoring)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Latency to first token matters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Offline development needed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Complex multi-file reasoning needed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200K+ context windows required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Highest accuracy is critical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Team standardization matters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Function calling / tool use is essential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6454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Fork It, Break It, Improve It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npm scripts for everything — one-command setup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Pre-configured MCP servers (web search + fetch)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Example integrations (NHL API demo)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GitHub Actions workflows included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dirty="0">
                <a:solidFill>
                  <a:srgbClr val="212121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GPG-signed commits, conventional commits, PR templates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E67E2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github.com/TheRobBrennan/how-to-setup-local-ollama-with-claude-code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Questions? Ideas? PRs Welcome.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E67E2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rob@sploosh.ai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2F2F2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github.com/TheRobBrennan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i="1" dirty="0">
                <a:solidFill>
                  <a:srgbClr val="6B7280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Open source. Open to contributions. Open to possibilities.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2026-02-08T00:11:24Z</dcterms:created>
  <dcterms:modified xsi:type="dcterms:W3CDTF">2026-02-08T00:11:24Z</dcterms:modified>
</cp:coreProperties>
</file>